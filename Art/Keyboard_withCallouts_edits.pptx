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84"/>
    <p:restoredTop sz="94644"/>
  </p:normalViewPr>
  <p:slideViewPr>
    <p:cSldViewPr snapToGrid="0">
      <p:cViewPr>
        <p:scale>
          <a:sx n="150" d="100"/>
          <a:sy n="150" d="100"/>
        </p:scale>
        <p:origin x="528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27354-138A-5D2E-ED56-19F21E2D83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7E3A2E-291B-046F-FE50-6448AD5E81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3174A-344E-CC18-D75E-83F272F9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52EB-523E-DB48-BA27-D0B983E6372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E8D9B-638A-77BE-FD9A-5A5FCF68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ACEEA-CD09-947E-C8CB-78ED9E88D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1255-7C04-484F-B7B9-77E9D568A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816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925F7-760B-E60A-9DE7-6E1D8F6AE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87D92-9F7C-39DA-E923-C33D6DC01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6AD97-C055-3746-D877-2E808C69D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52EB-523E-DB48-BA27-D0B983E6372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A018E-42B8-6FE2-1BD0-3042FD045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9C74E-CAEF-1C24-B2A7-D98BA331F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1255-7C04-484F-B7B9-77E9D568A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581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9F51A-8B68-8C2D-1099-55FB4CA1A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27548-0476-2F81-1975-A7306174C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41055-7F82-B4ED-4754-547878273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52EB-523E-DB48-BA27-D0B983E6372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E087F-A214-55BC-4BCE-6BFD6D6E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5D251-B789-F9BA-2723-DC4E85FE5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1255-7C04-484F-B7B9-77E9D568A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877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FAF85-D96F-045F-9592-9F218FD43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65B28-B588-47BA-D2C8-646914EFEF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F81EDE-4B6B-21DB-849C-3C9521490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8724C-579B-7B83-DA4D-59AB01046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52EB-523E-DB48-BA27-D0B983E6372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0ED654-E826-A26B-03E5-3ED8D2319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4FB92-52C2-A32B-94EC-4A47D9E40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1255-7C04-484F-B7B9-77E9D568A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03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7CEC6-1595-9ABC-2564-58CC91365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2C334-6E20-7D6D-A67B-7D2BC9873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6CCAF8-F020-6FD6-5163-238A4AA18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8C29D2-7D7F-9D97-776A-2A53F98BD0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8D568B-8A16-BDB8-0CE1-C43063259C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D1D997-939D-D101-D78E-04A4A8347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52EB-523E-DB48-BA27-D0B983E6372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96F2F4-5311-4EA7-956B-BD0F171D0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7BCFBA-544D-1439-457A-B6D41ECAF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1255-7C04-484F-B7B9-77E9D568A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362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27343-BDA5-8093-92D1-6A9C84F2C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A5B55E-635D-D4FB-821E-E4639A527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52EB-523E-DB48-BA27-D0B983E6372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303826-4B8C-0C6A-8750-87131BE19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D8C795-129F-D53E-C453-CAEA1257A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1255-7C04-484F-B7B9-77E9D568A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476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BF8B25-A93E-E11F-7582-0DBF87B9E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52EB-523E-DB48-BA27-D0B983E6372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FEC59A-9981-8A50-47E9-A5142900C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3154B-02BC-F426-D463-DE99A8D57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1255-7C04-484F-B7B9-77E9D568A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574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05BE3-B622-4021-D797-497013A76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43DAA-1893-54B3-D7D2-762827601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649AF8-AA29-AC23-7050-DEA07C7D2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768118-ECDD-BC16-006B-10EDE4185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52EB-523E-DB48-BA27-D0B983E6372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95664-2CA0-440C-404E-A7B646C5C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FB4E59-E353-CA69-E915-DD7F0C84F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1255-7C04-484F-B7B9-77E9D568A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917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28A4A-BC02-AF0C-9954-285E0F27E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74B824-3BC8-0FD8-2042-CFCCCECC61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BE81D9-36AD-219A-A00F-3EB19DFF6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45F14B-FE25-F3B7-6982-4234DC039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52EB-523E-DB48-BA27-D0B983E6372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389FA-5C59-EA79-7855-5EB7CACCD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26E647-028A-9C92-26F2-2FE0C864C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1255-7C04-484F-B7B9-77E9D568A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300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4E142-BFC0-4AAF-7566-A79C08D47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F45F33-BE5B-1FC8-2EAB-AEA3CD0C7D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3F02C-4108-2A2B-96CA-4BCE9FC2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52EB-523E-DB48-BA27-D0B983E6372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6AF0A-568D-976C-DE50-CC2165357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F1AA7-6CC2-D3D4-3665-8AB832721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1255-7C04-484F-B7B9-77E9D568A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408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93EABE-CBAC-254F-AC92-4EC14F62E8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F8376C-A052-25C6-42D7-D884057D89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322B7-8109-FE4F-4431-B65181A4F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52EB-523E-DB48-BA27-D0B983E6372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F3FC7-94CB-5F6D-8C1C-F569B90E4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176F0-A213-ADD0-5647-E3BB02BFC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1255-7C04-484F-B7B9-77E9D568A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391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D49208-5D15-7006-1BF0-1D78E94DB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FDBFD-3C52-67BD-C946-DA9218BE2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52F94-FD23-3CBE-58E4-A6D00DFF12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5C52EB-523E-DB48-BA27-D0B983E6372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07F37-198C-C827-3C3F-218773BFA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2C453-2025-C740-B02E-F9DEBD965B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DB1255-7C04-484F-B7B9-77E9D568A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52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5F00-78B4-B997-8CC5-E067ACA581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18AAA0-2781-1C24-3874-AA3180E8C2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396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C14567-6706-718D-A7DA-389A1E6D87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A4F239-986A-6C6F-B888-4774ACF5B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1800" y="3747464"/>
            <a:ext cx="91440" cy="1584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578771-F99D-8C80-E461-036782344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999" y="3751305"/>
            <a:ext cx="239161" cy="1571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4E786A-F728-6049-18C2-23BD78B61D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6145" y="3832204"/>
            <a:ext cx="98490" cy="984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E8CE72-98DD-496D-4A48-3F2C74A2B5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V="1">
            <a:off x="4098925" y="3810000"/>
            <a:ext cx="89198" cy="920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A89289-1733-938B-5C47-6AF9E7077F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7681871" y="2687679"/>
            <a:ext cx="238207" cy="12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9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1421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Lewis, Bryan Leroy (bl4zc)</dc:creator>
  <cp:lastModifiedBy>Lewis, Bryan Leroy (bl4zc)</cp:lastModifiedBy>
  <cp:revision>1</cp:revision>
  <dcterms:created xsi:type="dcterms:W3CDTF">2026-05-11T15:19:55Z</dcterms:created>
  <dcterms:modified xsi:type="dcterms:W3CDTF">2026-05-12T15:01:20Z</dcterms:modified>
</cp:coreProperties>
</file>